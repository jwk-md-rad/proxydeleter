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 Light"/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0DFD8"/>
                </a:solidFill>
                <a:latin typeface="Calibri"/>
              </a:rPr>
              <a:t>Subtitle / Author · Institution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 Light"/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E0DFD8"/>
                </a:solidFill>
                <a:latin typeface="Calibri"/>
              </a:rPr>
              <a:t>• Key finding</a:t>
            </a:r>
          </a:p>
          <a:p>
            <a:r>
              <a:t>• Supporting point</a:t>
            </a:r>
          </a:p>
          <a:p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 Light"/>
              </a:rPr>
              <a:t>Image 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1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E0DFD8"/>
                </a:solidFill>
                <a:latin typeface="Calibri"/>
              </a:rPr>
              <a:t>• Point 1</a:t>
            </a:r>
          </a:p>
          <a:p>
            <a:r>
              <a:t>• Point 2</a:t>
            </a:r>
          </a:p>
          <a:p>
            <a:r>
              <a:t>•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0DFD8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